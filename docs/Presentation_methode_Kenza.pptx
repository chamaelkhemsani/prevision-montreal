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2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7" r:id="rId44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44" Type="http://schemas.openxmlformats.org/officeDocument/2006/relationships/slide" Target="slides/slide2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165007" y="2842025"/>
            <a:ext cx="2267536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relatif</a:t>
            </a:r>
            <a:r>
              <a:rPr b="1" lang="en-US" sz="1550">
                <a:solidFill>
                  <a:srgbClr val="17324D"/>
                </a:solidFill>
              </a:rP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relatif très bas → saturation  ·  Prix relatif très élevé → demande nulle</a:t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K₁ : constante agrégée, multiplicateur de la population (0,8193)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K₂ : facteur d'échelle du prix normalisé (30)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&gt; 0, b &gt; 0, c &lt; 0, d &gt; 0 ; F* est bornée à [0;1] (a = 1,1572 en référence)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 ; écart au classeur Excel de 3 à 11 % selon la variante, sauf Kenza indexé (41,7 %, non expliqué à ce jour)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Panneau gauche, de haut en bas : chargement du fichier, période d'entraînement, choix du modèle.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Puis l'horizon de prévision et les paramètres du modèle, générés d'après ses métadonnées.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bas : « Lancer le modèle » et la barre de statut. Panneau droit : onglets « Modèle unique » et « Comparaison ».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 — noms actuels ; la capture ci-contre montre les anciens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Métriques recalculées — la capture ci-contre date de la version antérieure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10 498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9,6 %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039112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03911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478024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47802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2916936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291693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38328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8 540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502920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6 660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667512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8321040" y="335584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9692640" y="335584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+0,88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Seule la colonne hors échantillon mesure un pouvoir prédictif.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Hors échantillon, les variantes indexées dominent nettement ; Kenza simplifié, sur les coefficients calibrés du classeur Excel, ne fait pas mieux que la moyenne (R² ≈ 0). Un score « sur historique » ne classe pas les modèles : Kenza indexé y affiche un R² de 1 sans qu'il mesure quoi que ce soit. Le choix final dépendra des données disponibles (prix ou non) et des besoins de scénarios.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Validation croisée : backtest glissant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glissant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1 coupure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4 806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5 994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4 351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5,7 %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039112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03911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5 330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478024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47802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4 742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6,4 %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2916936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291693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38328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5 555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502920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667512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8321040" y="335584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9692640" y="335584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Backtest glissant : calage initial de 10 ans, puis toutes les coupures jusqu'en 2019, horizon 5 ans — environ 19 fenêtres. RMSE, MAE et MAPE sont ceux du glissant ; la dernière colonne reprend la diapositive précédente (calage unique 1990-2011, horizon jusqu'à 8 ans).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8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11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 classement de la diapositive précédente tient à une seule coupure : un calage 1990-2011, puis huit années prédites d'affilée. En moyennant toutes les coupures possibles à horizon 5 ans, les cinq variantes expliquent 60 à 77 % de la variance hors échantillon, pour 5,5 à 6,4 % d'erreur relative moyenne. La seconde mesure est plus robuste, mais porte sur un horizon plus court.
Réserve : sur ce jeu synthétique, le trafic 2012-2019 croît de 5,0 % par an quand la population avance de 0,7 % et le PIB par habitant de 1,25 %. Aucun modèle fondé sur ces moteurs ne peut suivre — ces R² mesurent donc d'abord l'écart entre une trajectoire fabriquée et ses propres régresseurs.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