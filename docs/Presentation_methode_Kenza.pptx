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279600" y="2842022"/>
            <a:ext cx="20766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non-régression, parité vérifiée avec le classeur Excel de référence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14884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1488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77 264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65 000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75,8 %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1488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-55,6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14884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-49,0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697480"/>
            <a:ext cx="11247120" cy="548640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69748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69748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324612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324612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3246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324612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et Kenza simplifié diverge.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